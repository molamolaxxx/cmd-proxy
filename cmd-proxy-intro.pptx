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提交次数</c:v>
                </c:pt>
              </c:strCache>
            </c:strRef>
          </c:tx>
          <c:spPr>
            <a:solidFill>
              <a:srgbClr val="16C2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CCCD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23-08</c:v>
                  </c:pt>
                  <c:pt idx="1">
                    <c:v>23-10</c:v>
                  </c:pt>
                  <c:pt idx="2">
                    <c:v>24-10</c:v>
                  </c:pt>
                  <c:pt idx="3">
                    <c:v>24-11</c:v>
                  </c:pt>
                  <c:pt idx="4">
                    <c:v>25-06</c:v>
                  </c:pt>
                  <c:pt idx="5">
                    <c:v>25-09</c:v>
                  </c:pt>
                  <c:pt idx="6">
                    <c:v>25-10</c:v>
                  </c:pt>
                  <c:pt idx="7">
                    <c:v>25-12</c:v>
                  </c:pt>
                  <c:pt idx="8">
                    <c:v>26-01</c:v>
                  </c:pt>
                  <c:pt idx="9">
                    <c:v>26-02</c:v>
                  </c:pt>
                  <c:pt idx="10">
                    <c:v>26-03</c:v>
                  </c:pt>
                  <c:pt idx="11">
                    <c:v>26-04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3</c:v>
                </c:pt>
                <c:pt idx="6">
                  <c:v>5</c:v>
                </c:pt>
                <c:pt idx="7">
                  <c:v>3</c:v>
                </c:pt>
                <c:pt idx="8">
                  <c:v>9</c:v>
                </c:pt>
                <c:pt idx="9">
                  <c:v>4</c:v>
                </c:pt>
                <c:pt idx="10">
                  <c:v>2</c:v>
                </c:pt>
                <c:pt idx="1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CCCD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3355"/>
            </a:solidFill>
            <a:prstDash val="solid"/>
            <a:round/>
          </a:ln>
        </c:spPr>
        <c:txPr>
          <a:bodyPr rot="2700000"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33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2605" y="1427262"/>
            <a:ext cx="317879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cmd-proxy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4050" y="2233613"/>
            <a:ext cx="1015901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94683" y="2525613"/>
            <a:ext cx="19544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5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基础设施平台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89931" y="3157389"/>
            <a:ext cx="2964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ACP代理 · MCP代理 · 记忆系统 · 子Agent调度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37222" y="3535114"/>
            <a:ext cx="2469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molamolaxxx · 2023.08—至今 · Kotlin/Java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5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30151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07852"/>
            <a:ext cx="4000500" cy="1005483"/>
          </a:xfrm>
          <a:prstGeom prst="roundRect">
            <a:avLst>
              <a:gd name="adj" fmla="val 7578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875" y="1018877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基本信息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9875" y="1269653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项目名称：cmd-proxy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9875" y="1447205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技术栈：Kotlin/Java 多模块 Maven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9875" y="1624757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模块：cmd-proxy-app + cmd-proxy-client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5401" y="907852"/>
            <a:ext cx="4000500" cy="1005483"/>
          </a:xfrm>
          <a:prstGeom prst="roundRect">
            <a:avLst>
              <a:gd name="adj" fmla="val 7578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97326" y="1018877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开发数据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97326" y="1269653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代码规模：约 9,800 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97326" y="1447205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开发者：molamolaxxx（独立开发）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97326" y="1624757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提交次数：53 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040285"/>
            <a:ext cx="4000500" cy="827931"/>
          </a:xfrm>
          <a:prstGeom prst="roundRect">
            <a:avLst>
              <a:gd name="adj" fmla="val 9204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9875" y="2151311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9875" y="2402086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基础设施，提供 ACP / MCP 代理能力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875" y="2579638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支持对话、调度、记忆、工具调用等功能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35401" y="2040285"/>
            <a:ext cx="4000500" cy="827931"/>
          </a:xfrm>
          <a:prstGeom prst="roundRect">
            <a:avLst>
              <a:gd name="adj" fmla="val 9204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97326" y="2151311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时间跨度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7326" y="2402086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 2023.08，持续约 2 年 8 个月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97326" y="2579638"/>
            <a:ext cx="37501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2026年最活跃，占总提交 53%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演进历程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46100"/>
            <a:ext cx="634901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38101"/>
            <a:ext cx="1415951" cy="492026"/>
          </a:xfrm>
          <a:prstGeom prst="roundRect">
            <a:avLst>
              <a:gd name="adj" fmla="val 15487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2996" y="1323826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2996" y="150152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1602" y="1238101"/>
            <a:ext cx="6534299" cy="701427"/>
          </a:xfrm>
          <a:prstGeom prst="rect">
            <a:avLst/>
          </a:prstGeom>
          <a:solidFill>
            <a:srgbClr val="16C2D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120652" y="1238101"/>
            <a:ext cx="0" cy="701427"/>
          </a:xfrm>
          <a:prstGeom prst="line">
            <a:avLst/>
          </a:prstGeom>
          <a:noFill/>
          <a:ln w="38100">
            <a:solidFill>
              <a:srgbClr val="16C2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7403" y="1339602"/>
            <a:ext cx="6263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代理起步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17403" y="1628477"/>
            <a:ext cx="6263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ChatGPT Proxy 为起点，支持 Stable Diffusion 图片生成，后加多机器部署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2117229"/>
            <a:ext cx="1415951" cy="492026"/>
          </a:xfrm>
          <a:prstGeom prst="roundRect">
            <a:avLst>
              <a:gd name="adj" fmla="val 15487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2996" y="220295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996" y="2380655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2023.10—2024.10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1602" y="2117229"/>
            <a:ext cx="6534299" cy="701427"/>
          </a:xfrm>
          <a:prstGeom prst="rect">
            <a:avLst/>
          </a:prstGeom>
          <a:solidFill>
            <a:srgbClr val="16C2D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120652" y="2117229"/>
            <a:ext cx="0" cy="701427"/>
          </a:xfrm>
          <a:prstGeom prst="line">
            <a:avLst/>
          </a:prstGeom>
          <a:noFill/>
          <a:ln w="38100">
            <a:solidFill>
              <a:srgbClr val="16C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7403" y="2218730"/>
            <a:ext cx="6263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沉寂期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17403" y="2507605"/>
            <a:ext cx="6263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一年仅 2 次提交，项目处于维护状态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2996357"/>
            <a:ext cx="1415951" cy="492026"/>
          </a:xfrm>
          <a:prstGeom prst="roundRect">
            <a:avLst>
              <a:gd name="adj" fmla="val 15487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996" y="3082082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996" y="3259782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2025.06—2025.12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1602" y="2996357"/>
            <a:ext cx="6534299" cy="701427"/>
          </a:xfrm>
          <a:prstGeom prst="rect">
            <a:avLst/>
          </a:prstGeom>
          <a:solidFill>
            <a:srgbClr val="16C2D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120652" y="2996357"/>
            <a:ext cx="0" cy="701427"/>
          </a:xfrm>
          <a:prstGeom prst="line">
            <a:avLst/>
          </a:prstGeom>
          <a:noFill/>
          <a:ln w="38100">
            <a:solidFill>
              <a:srgbClr val="16C2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7403" y="3097857"/>
            <a:ext cx="6263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协议接入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17403" y="3386733"/>
            <a:ext cx="6263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MolaChat 的 MCP 支持、动态加载 Groovy 依赖、MCP 核心函数密集迭代 10+ 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950" y="3875484"/>
            <a:ext cx="1415951" cy="530126"/>
          </a:xfrm>
          <a:prstGeom prst="roundRect">
            <a:avLst>
              <a:gd name="adj" fmla="val 14374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2996" y="396120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996" y="4138910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2026.01—至今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1602" y="3875484"/>
            <a:ext cx="6534299" cy="701427"/>
          </a:xfrm>
          <a:prstGeom prst="rect">
            <a:avLst/>
          </a:prstGeom>
          <a:solidFill>
            <a:srgbClr val="16C2D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120652" y="3875484"/>
            <a:ext cx="0" cy="701427"/>
          </a:xfrm>
          <a:prstGeom prst="line">
            <a:avLst/>
          </a:prstGeom>
          <a:noFill/>
          <a:ln w="38100">
            <a:solidFill>
              <a:srgbClr val="16C2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7403" y="3976985"/>
            <a:ext cx="6263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多协议 + 智能化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17403" y="4265861"/>
            <a:ext cx="6263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最活跃阶段：Skill 加载、MCP 完整支持、ACP 协议、记忆子系统、Agent 反思、子 Agent 派发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82905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04850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857101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955477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工具调用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4426" y="1174552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stdio + HTTP-SSE 传输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51150" y="857101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7626" y="955477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Agent 通信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7626" y="1174552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间通信协议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94350" y="857101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30826" y="955477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30826" y="1174552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 → 整理 → Auto Dream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1522958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1621334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 Agent 调度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426" y="1840409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派发任务给子 Agent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51150" y="1522958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87626" y="1621334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反思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7626" y="1840409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自我审视与策略优化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94350" y="1522958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30826" y="1621334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动态加载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30826" y="1840409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运行时加载 Groovy 脚本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2188815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426" y="2287191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SD 代理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426" y="2506266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对话代理与图片生成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51150" y="2188815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87626" y="2287191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Session 支持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7626" y="2506266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多会话并行与函数调用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94350" y="2188815"/>
            <a:ext cx="2641699" cy="564356"/>
          </a:xfrm>
          <a:prstGeom prst="roundRect">
            <a:avLst>
              <a:gd name="adj" fmla="val 13502"/>
            </a:avLst>
          </a:prstGeom>
          <a:solidFill>
            <a:srgbClr val="16C2D5">
              <a:alpha val="6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30826" y="2287191"/>
            <a:ext cx="241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多机器部署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30826" y="2506266"/>
            <a:ext cx="24161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支持分布式多节点部署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架构演进路线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1050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04751"/>
            <a:ext cx="1828949" cy="415826"/>
          </a:xfrm>
          <a:prstGeom prst="roundRect">
            <a:avLst>
              <a:gd name="adj" fmla="val 18325"/>
            </a:avLst>
          </a:prstGeom>
          <a:solidFill>
            <a:srgbClr val="16C2D5">
              <a:alpha val="10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157" y="1241227"/>
            <a:ext cx="16390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Proxy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36899" y="1193602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90800" y="1085701"/>
            <a:ext cx="1828949" cy="453926"/>
          </a:xfrm>
          <a:prstGeom prst="roundRect">
            <a:avLst>
              <a:gd name="adj" fmla="val 16787"/>
            </a:avLst>
          </a:prstGeom>
          <a:solidFill>
            <a:srgbClr val="16C2D5">
              <a:alpha val="10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85757" y="1222177"/>
            <a:ext cx="1639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工具调用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70499" y="1193602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24400" y="1085701"/>
            <a:ext cx="1828949" cy="453926"/>
          </a:xfrm>
          <a:prstGeom prst="roundRect">
            <a:avLst>
              <a:gd name="adj" fmla="val 16787"/>
            </a:avLst>
          </a:prstGeom>
          <a:solidFill>
            <a:srgbClr val="16C2D5">
              <a:alpha val="10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357" y="1222177"/>
            <a:ext cx="1639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Agent 通信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04099" y="1193602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085701"/>
            <a:ext cx="1828949" cy="453926"/>
          </a:xfrm>
          <a:prstGeom prst="roundRect">
            <a:avLst>
              <a:gd name="adj" fmla="val 16787"/>
            </a:avLst>
          </a:prstGeom>
          <a:solidFill>
            <a:srgbClr val="16C2D5">
              <a:alpha val="10000"/>
            </a:srgbClr>
          </a:solidFill>
          <a:ln w="9525">
            <a:solidFill>
              <a:srgbClr val="16C2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2957" y="1222177"/>
            <a:ext cx="1639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 + 子Agent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844427"/>
            <a:ext cx="1962150" cy="871389"/>
          </a:xfrm>
          <a:prstGeom prst="rect">
            <a:avLst/>
          </a:prstGeom>
          <a:solidFill>
            <a:srgbClr val="E945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853952"/>
            <a:ext cx="196215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1990427"/>
            <a:ext cx="1690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2241203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加载机制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2415034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Session 函数调用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46300" y="1844427"/>
            <a:ext cx="1962150" cy="871389"/>
          </a:xfrm>
          <a:prstGeom prst="rect">
            <a:avLst/>
          </a:prstGeom>
          <a:solidFill>
            <a:srgbClr val="E945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46300" y="1853952"/>
            <a:ext cx="196215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8700" y="1990427"/>
            <a:ext cx="1690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8700" y="2241203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协议完整支持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8700" y="2415034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+ HTTP-SSE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35401" y="1844427"/>
            <a:ext cx="1962150" cy="871389"/>
          </a:xfrm>
          <a:prstGeom prst="rect">
            <a:avLst/>
          </a:prstGeom>
          <a:solidFill>
            <a:srgbClr val="E945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35401" y="1853952"/>
            <a:ext cx="196215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7801" y="1990427"/>
            <a:ext cx="1690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87801" y="2241203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协议接入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87801" y="2415034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间通信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4501" y="1844427"/>
            <a:ext cx="1962150" cy="871389"/>
          </a:xfrm>
          <a:prstGeom prst="rect">
            <a:avLst/>
          </a:prstGeom>
          <a:solidFill>
            <a:srgbClr val="E945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24501" y="1853952"/>
            <a:ext cx="196215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901" y="1990427"/>
            <a:ext cx="1690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76901" y="2241203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记忆子系统上线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76901" y="2415034"/>
            <a:ext cx="16904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反思 + 子Agent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提交活跃度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46100"/>
            <a:ext cx="634901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187351"/>
            <a:ext cx="2590699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总提交：53 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512391"/>
            <a:ext cx="2590699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2026年贡献 28 次提交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837432"/>
            <a:ext cx="2590699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占总量 53%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162473"/>
            <a:ext cx="2590699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4月最活跃：12 次提交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487513"/>
            <a:ext cx="2590699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沉寂期仅 2 次提交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301752" y="1187351"/>
          <a:ext cx="5206901" cy="3555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587" y="1609725"/>
            <a:ext cx="234067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16C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91000" y="2286000"/>
            <a:ext cx="762000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66255" y="2578001"/>
            <a:ext cx="2211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cmd-proxy — AI Agent 基础设施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29630" y="2882801"/>
            <a:ext cx="24847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从ChatGPT Proxy到多协议智能平台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3898" y="3390751"/>
            <a:ext cx="29360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000" dirty="0">
                <a:solidFill>
                  <a:srgbClr val="66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molamolaxxx · github.com/molamolaxxx/cmd-proxy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cmd-proxy 项目介绍</dc:title>
  <dc:subject>PptxGenJS Presentation</dc:subject>
  <dc:creator>molamolaxxx</dc:creator>
  <cp:lastModifiedBy>molamolaxxx</cp:lastModifiedBy>
  <cp:revision>1</cp:revision>
  <dcterms:created xsi:type="dcterms:W3CDTF">2026-04-18T06:07:06Z</dcterms:created>
  <dcterms:modified xsi:type="dcterms:W3CDTF">2026-04-18T06:07:06Z</dcterms:modified>
</cp:coreProperties>
</file>